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343" r:id="rId2"/>
    <p:sldId id="404" r:id="rId3"/>
    <p:sldId id="405" r:id="rId4"/>
    <p:sldId id="411" r:id="rId5"/>
    <p:sldId id="325" r:id="rId6"/>
  </p:sldIdLst>
  <p:sldSz cx="10972800" cy="7040563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8">
          <p15:clr>
            <a:srgbClr val="A4A3A4"/>
          </p15:clr>
        </p15:guide>
        <p15:guide id="2" pos="34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 autoAdjust="0"/>
  </p:normalViewPr>
  <p:slideViewPr>
    <p:cSldViewPr snapToGrid="0">
      <p:cViewPr varScale="1">
        <p:scale>
          <a:sx n="96" d="100"/>
          <a:sy n="96" d="100"/>
        </p:scale>
        <p:origin x="980" y="64"/>
      </p:cViewPr>
      <p:guideLst>
        <p:guide orient="horz" pos="2218"/>
        <p:guide pos="34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-2892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E4F69B-D843-432B-84D5-DB527EAC6E7F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3A096-E5AD-4A5C-81FF-23807E0CC0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749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5350F3-667E-4F7A-ABAD-14396701AA3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23938" y="1143000"/>
            <a:ext cx="4810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4092EB-D282-47F8-9070-DAD199DB5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668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D10023-9F82-403E-9A5C-0B94296D05A7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5324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D10023-9F82-403E-9A5C-0B94296D05A7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099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3442053"/>
            <a:ext cx="10424160" cy="2816225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474720" y="6258278"/>
            <a:ext cx="3474720" cy="7822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Rectangle 22"/>
          <p:cNvSpPr/>
          <p:nvPr/>
        </p:nvSpPr>
        <p:spPr>
          <a:xfrm>
            <a:off x="2" y="6258278"/>
            <a:ext cx="3474720" cy="7822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Rectangle 23"/>
          <p:cNvSpPr/>
          <p:nvPr/>
        </p:nvSpPr>
        <p:spPr>
          <a:xfrm>
            <a:off x="6949441" y="6258278"/>
            <a:ext cx="3474720" cy="7822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91444" y="3442053"/>
            <a:ext cx="2468879" cy="203270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-91438" y="5397765"/>
            <a:ext cx="265176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3" y="5817458"/>
            <a:ext cx="2286001" cy="284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spc="0" dirty="0">
                <a:solidFill>
                  <a:srgbClr val="FFFFFF"/>
                </a:solidFill>
                <a:latin typeface="Arial"/>
                <a:cs typeface="Arial"/>
              </a:rPr>
              <a:t>Pilani</a:t>
            </a:r>
            <a:r>
              <a:rPr lang="en-US" sz="1200" spc="0" baseline="0" dirty="0">
                <a:solidFill>
                  <a:srgbClr val="FFFFFF"/>
                </a:solidFill>
                <a:latin typeface="Arial"/>
                <a:cs typeface="Arial"/>
              </a:rPr>
              <a:t> Campus</a:t>
            </a:r>
            <a:endParaRPr lang="en-US" sz="1200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017521" y="3911425"/>
            <a:ext cx="7223760" cy="156457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867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" y="3442053"/>
            <a:ext cx="10424160" cy="2816225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74720" y="6258278"/>
            <a:ext cx="3474720" cy="7822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 5"/>
          <p:cNvSpPr/>
          <p:nvPr/>
        </p:nvSpPr>
        <p:spPr>
          <a:xfrm>
            <a:off x="2" y="6258278"/>
            <a:ext cx="3474720" cy="7822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6949441" y="6258278"/>
            <a:ext cx="3474720" cy="7822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017521" y="5554222"/>
            <a:ext cx="7223760" cy="547599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1" y="3911425"/>
            <a:ext cx="7223760" cy="156457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320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3" name="Picture 12" descr="BITS_university_logo_whitevert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91444" y="3442053"/>
            <a:ext cx="2468879" cy="20327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91438" y="5397765"/>
            <a:ext cx="265176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3" y="5817458"/>
            <a:ext cx="2286001" cy="284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spc="0" dirty="0">
                <a:solidFill>
                  <a:srgbClr val="FFFFFF"/>
                </a:solidFill>
                <a:latin typeface="Arial"/>
                <a:cs typeface="Arial"/>
              </a:rPr>
              <a:t>Pilani</a:t>
            </a:r>
            <a:r>
              <a:rPr lang="en-US" sz="1200" spc="0" baseline="0" dirty="0">
                <a:solidFill>
                  <a:srgbClr val="FFFFFF"/>
                </a:solidFill>
                <a:latin typeface="Arial"/>
                <a:cs typeface="Arial"/>
              </a:rPr>
              <a:t> Campus</a:t>
            </a:r>
            <a:endParaRPr lang="en-US" sz="1200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66541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0"/>
            <a:ext cx="10972800" cy="7040563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1" y="4396176"/>
            <a:ext cx="10972800" cy="2644387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5" name="Picture 14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7955285" y="5"/>
            <a:ext cx="2631832" cy="71113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65763" y="4771937"/>
            <a:ext cx="10149841" cy="1642798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headings here </a:t>
            </a:r>
          </a:p>
          <a:p>
            <a:pPr lvl="0"/>
            <a:r>
              <a:rPr lang="en-US" dirty="0"/>
              <a:t>(separator - can run in two lines)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9481" y="6955816"/>
            <a:ext cx="3474720" cy="7822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/>
          <p:cNvSpPr/>
          <p:nvPr/>
        </p:nvSpPr>
        <p:spPr>
          <a:xfrm>
            <a:off x="-15237" y="6955816"/>
            <a:ext cx="3474720" cy="7822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/>
          <p:cNvSpPr/>
          <p:nvPr/>
        </p:nvSpPr>
        <p:spPr>
          <a:xfrm>
            <a:off x="6934202" y="6955816"/>
            <a:ext cx="3474720" cy="7822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TextBox 11"/>
          <p:cNvSpPr txBox="1"/>
          <p:nvPr/>
        </p:nvSpPr>
        <p:spPr>
          <a:xfrm>
            <a:off x="8229601" y="782285"/>
            <a:ext cx="265176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1" y="1201978"/>
            <a:ext cx="2286001" cy="284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spc="0" dirty="0">
                <a:solidFill>
                  <a:srgbClr val="FFFFFF"/>
                </a:solidFill>
                <a:latin typeface="Arial"/>
                <a:cs typeface="Arial"/>
              </a:rPr>
              <a:t>Pilani</a:t>
            </a:r>
            <a:r>
              <a:rPr lang="en-US" sz="1200" spc="0" baseline="0" dirty="0">
                <a:solidFill>
                  <a:srgbClr val="FFFFFF"/>
                </a:solidFill>
                <a:latin typeface="Arial"/>
                <a:cs typeface="Arial"/>
              </a:rPr>
              <a:t> Campus</a:t>
            </a:r>
            <a:endParaRPr lang="en-US" sz="1200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7805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5763" y="1533609"/>
            <a:ext cx="9875521" cy="4646446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931922" y="6771989"/>
            <a:ext cx="7040880" cy="268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2500666" y="6725063"/>
            <a:ext cx="8472134" cy="49960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7955285" y="5"/>
            <a:ext cx="2631832" cy="711137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2560322" y="6727657"/>
            <a:ext cx="8412480" cy="46936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2" y="1329892"/>
            <a:ext cx="8412480" cy="46936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65760" y="156457"/>
            <a:ext cx="7589520" cy="1173427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</p:spTree>
    <p:extLst>
      <p:ext uri="{BB962C8B-B14F-4D97-AF65-F5344CB8AC3E}">
        <p14:creationId xmlns:p14="http://schemas.microsoft.com/office/powerpoint/2010/main" val="3129881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7955285" y="5"/>
            <a:ext cx="2631832" cy="71113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48642" y="1642805"/>
            <a:ext cx="4846321" cy="4646446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943602" y="1642805"/>
            <a:ext cx="4846321" cy="4646446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65760" y="156457"/>
            <a:ext cx="7589520" cy="1173427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2" y="1329892"/>
            <a:ext cx="8412480" cy="46936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2560322" y="6727657"/>
            <a:ext cx="8412480" cy="46936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3931922" y="6771989"/>
            <a:ext cx="7040880" cy="268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  <p:extLst>
      <p:ext uri="{BB962C8B-B14F-4D97-AF65-F5344CB8AC3E}">
        <p14:creationId xmlns:p14="http://schemas.microsoft.com/office/powerpoint/2010/main" val="1080014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2" y="1575983"/>
            <a:ext cx="4848226" cy="84910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2" y="2425090"/>
            <a:ext cx="4848226" cy="386416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74038" y="1575983"/>
            <a:ext cx="4850130" cy="84910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74038" y="2425090"/>
            <a:ext cx="4850130" cy="386416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65760" y="156457"/>
            <a:ext cx="7589520" cy="1173427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" y="1329892"/>
            <a:ext cx="8412480" cy="46936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560322" y="6727657"/>
            <a:ext cx="8412480" cy="46936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7955285" y="5"/>
            <a:ext cx="2631832" cy="71113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931922" y="6771991"/>
            <a:ext cx="7040880" cy="268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0683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65760" y="156457"/>
            <a:ext cx="7589520" cy="1173427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" y="1329892"/>
            <a:ext cx="8412480" cy="46936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60322" y="6727657"/>
            <a:ext cx="8412480" cy="46936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7955285" y="5"/>
            <a:ext cx="2631832" cy="71113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31922" y="6771991"/>
            <a:ext cx="7040880" cy="268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2558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0060" y="1642805"/>
            <a:ext cx="6134102" cy="464644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2" y="1642805"/>
            <a:ext cx="3609976" cy="46464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365760" y="156457"/>
            <a:ext cx="7589520" cy="1173427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" y="1329892"/>
            <a:ext cx="8412480" cy="46936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560322" y="6727657"/>
            <a:ext cx="8412480" cy="46936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7955285" y="5"/>
            <a:ext cx="2631832" cy="71113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931922" y="6771989"/>
            <a:ext cx="7040880" cy="268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  <p:extLst>
      <p:ext uri="{BB962C8B-B14F-4D97-AF65-F5344CB8AC3E}">
        <p14:creationId xmlns:p14="http://schemas.microsoft.com/office/powerpoint/2010/main" val="3792781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0747" y="5550962"/>
            <a:ext cx="6583680" cy="312914"/>
          </a:xfrm>
        </p:spPr>
        <p:txBody>
          <a:bodyPr anchor="b">
            <a:normAutofit/>
          </a:bodyPr>
          <a:lstStyle>
            <a:lvl1pPr algn="l">
              <a:defRPr sz="180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50747" y="1877483"/>
            <a:ext cx="6583680" cy="3520282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50747" y="5863876"/>
            <a:ext cx="6583680" cy="312914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65760" y="156457"/>
            <a:ext cx="7589520" cy="1173427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" y="1329892"/>
            <a:ext cx="8412480" cy="46936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60322" y="6727657"/>
            <a:ext cx="8412480" cy="46936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7955285" y="5"/>
            <a:ext cx="2631832" cy="71113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931922" y="6771989"/>
            <a:ext cx="7040880" cy="268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  <p:extLst>
      <p:ext uri="{BB962C8B-B14F-4D97-AF65-F5344CB8AC3E}">
        <p14:creationId xmlns:p14="http://schemas.microsoft.com/office/powerpoint/2010/main" val="1808363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65760" y="156457"/>
            <a:ext cx="7589520" cy="1173427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2" y="1329892"/>
            <a:ext cx="8412480" cy="46936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560322" y="6727657"/>
            <a:ext cx="8412480" cy="46936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7955285" y="5"/>
            <a:ext cx="2631832" cy="71113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931922" y="6771989"/>
            <a:ext cx="7040880" cy="268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  <p:extLst>
      <p:ext uri="{BB962C8B-B14F-4D97-AF65-F5344CB8AC3E}">
        <p14:creationId xmlns:p14="http://schemas.microsoft.com/office/powerpoint/2010/main" val="33635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63041" y="391148"/>
            <a:ext cx="7223760" cy="60072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7000885" y="2717142"/>
            <a:ext cx="6023593" cy="1371599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/>
        </p:nvGrpSpPr>
        <p:grpSpPr>
          <a:xfrm rot="5400000">
            <a:off x="6456800" y="2632342"/>
            <a:ext cx="5319536" cy="54863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720326" y="1101317"/>
            <a:ext cx="2251577" cy="8312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 rot="5400000">
            <a:off x="-2844671" y="3913351"/>
            <a:ext cx="60235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  <p:extLst>
      <p:ext uri="{BB962C8B-B14F-4D97-AF65-F5344CB8AC3E}">
        <p14:creationId xmlns:p14="http://schemas.microsoft.com/office/powerpoint/2010/main" val="2080890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61F9F-6A4E-4DBA-987D-EFB6EFBCBA2F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BDDBF-BD8C-4D09-8062-31CB373AAA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616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BFD2E-798F-44AD-9418-A91D14554811}" type="datetime1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1507" y="13567"/>
            <a:ext cx="2560320" cy="37484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</a:lstStyle>
          <a:p>
            <a:fld id="{146F2289-2B6C-4B0D-A97A-C2E11DB9DC96}" type="slidenum">
              <a:rPr lang="en-IN" smtClean="0"/>
              <a:pPr/>
              <a:t>‹#›</a:t>
            </a:fld>
            <a:endParaRPr lang="en-IN"/>
          </a:p>
        </p:txBody>
      </p:sp>
      <p:grpSp>
        <p:nvGrpSpPr>
          <p:cNvPr id="5" name="Group 22"/>
          <p:cNvGrpSpPr>
            <a:grpSpLocks/>
          </p:cNvGrpSpPr>
          <p:nvPr userDrawn="1"/>
        </p:nvGrpSpPr>
        <p:grpSpPr bwMode="auto">
          <a:xfrm>
            <a:off x="-7059" y="932911"/>
            <a:ext cx="8949844" cy="73925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46936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48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46936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48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6538" y="6553200"/>
              <a:ext cx="2328863" cy="45719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46936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48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9" name="Picture 5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7506" y="123965"/>
            <a:ext cx="1090753" cy="897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2067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1" y="281949"/>
            <a:ext cx="9875521" cy="1173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1" y="1642805"/>
            <a:ext cx="9875521" cy="4646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640" y="6525569"/>
            <a:ext cx="2560320" cy="374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D3661F9F-6A4E-4DBA-987D-EFB6EFBCBA2F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49042" y="6525569"/>
            <a:ext cx="3474720" cy="374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63840" y="6525569"/>
            <a:ext cx="2560320" cy="374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CEDBDDBF-BD8C-4D09-8062-31CB373AAA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233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4" r:id="rId13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6699" y="4543425"/>
            <a:ext cx="8328165" cy="960613"/>
          </a:xfrm>
        </p:spPr>
        <p:txBody>
          <a:bodyPr/>
          <a:lstStyle/>
          <a:p>
            <a:r>
              <a:rPr lang="en-US" sz="2800" dirty="0"/>
              <a:t>Department of Electrical and Electronics Engineering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2247257" y="3691324"/>
            <a:ext cx="8167607" cy="85210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000" b="1" kern="1200" spc="-150" baseline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ctr"/>
            <a:r>
              <a:rPr lang="en-IN" dirty="0">
                <a:solidFill>
                  <a:srgbClr val="FFFF00"/>
                </a:solidFill>
              </a:rPr>
              <a:t>Title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29013" y="5504038"/>
            <a:ext cx="48434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92D050"/>
                </a:solidFill>
              </a:rPr>
              <a:t>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009" y="6593830"/>
            <a:ext cx="5857357" cy="400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166876" y="295307"/>
            <a:ext cx="1773242" cy="4873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67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lang="en-IN" sz="2567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F2289-2B6C-4B0D-A97A-C2E11DB9DC96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964898" y="6772975"/>
            <a:ext cx="3077495" cy="2675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48"/>
          </a:p>
        </p:txBody>
      </p:sp>
    </p:spTree>
    <p:extLst>
      <p:ext uri="{BB962C8B-B14F-4D97-AF65-F5344CB8AC3E}">
        <p14:creationId xmlns:p14="http://schemas.microsoft.com/office/powerpoint/2010/main" val="578583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009" y="6593830"/>
            <a:ext cx="5857357" cy="400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166877" y="295307"/>
            <a:ext cx="1261884" cy="4873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67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Details</a:t>
            </a:r>
            <a:endParaRPr lang="en-IN" sz="2567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F2289-2B6C-4B0D-A97A-C2E11DB9DC96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5282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TITLES</a:t>
            </a:r>
            <a:endParaRPr lang="en-GB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463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68286" y="2778362"/>
            <a:ext cx="7253207" cy="1232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>
                <a:solidFill>
                  <a:srgbClr val="7030A0"/>
                </a:solidFill>
                <a:latin typeface="Brush Script MT" pitchFamily="66" charset="0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18775432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Welcome to BITS Pilani,&amp;#x0D;&amp;#x0A; Pilani Campus&amp;#x0D;&amp;#x0A;&amp;quot;&quot;/&gt;&lt;property id=&quot;20307&quot; value=&quot;257&quot;/&gt;&lt;/object&gt;&lt;object type=&quot;3&quot; unique_id=&quot;10005&quot;&gt;&lt;property id=&quot;20148&quot; value=&quot;5&quot;/&gt;&lt;property id=&quot;20300&quot; value=&quot;Slide 2&quot;/&gt;&lt;property id=&quot;20307&quot; value=&quot;326&quot;/&gt;&lt;/object&gt;&lt;object type=&quot;3&quot; unique_id=&quot;10006&quot;&gt;&lt;property id=&quot;20148&quot; value=&quot;5&quot;/&gt;&lt;property id=&quot;20300&quot; value=&quot;Slide 3&quot;/&gt;&lt;property id=&quot;20307&quot; value=&quot;327&quot;/&gt;&lt;/object&gt;&lt;object type=&quot;3&quot; unique_id=&quot;10007&quot;&gt;&lt;property id=&quot;20148&quot; value=&quot;5&quot;/&gt;&lt;property id=&quot;20300&quot; value=&quot;Slide 5&quot;/&gt;&lt;property id=&quot;20307&quot; value=&quot;328&quot;/&gt;&lt;/object&gt;&lt;object type=&quot;3&quot; unique_id=&quot;10008&quot;&gt;&lt;property id=&quot;20148&quot; value=&quot;5&quot;/&gt;&lt;property id=&quot;20300&quot; value=&quot;Slide 7&quot;/&gt;&lt;property id=&quot;20307&quot; value=&quot;329&quot;/&gt;&lt;/object&gt;&lt;object type=&quot;3&quot; unique_id=&quot;10009&quot;&gt;&lt;property id=&quot;20148&quot; value=&quot;5&quot;/&gt;&lt;property id=&quot;20300&quot; value=&quot;Slide 10&quot;/&gt;&lt;property id=&quot;20307&quot; value=&quot;330&quot;/&gt;&lt;/object&gt;&lt;object type=&quot;3&quot; unique_id=&quot;10010&quot;&gt;&lt;property id=&quot;20148&quot; value=&quot;5&quot;/&gt;&lt;property id=&quot;20300&quot; value=&quot;Slide 12&quot;/&gt;&lt;property id=&quot;20307&quot; value=&quot;331&quot;/&gt;&lt;/object&gt;&lt;object type=&quot;3&quot; unique_id=&quot;10011&quot;&gt;&lt;property id=&quot;20148&quot; value=&quot;5&quot;/&gt;&lt;property id=&quot;20300&quot; value=&quot;Slide 13&quot;/&gt;&lt;property id=&quot;20307&quot; value=&quot;332&quot;/&gt;&lt;/object&gt;&lt;object type=&quot;3&quot; unique_id=&quot;10012&quot;&gt;&lt;property id=&quot;20148&quot; value=&quot;5&quot;/&gt;&lt;property id=&quot;20300&quot; value=&quot;Slide 15&quot;/&gt;&lt;property id=&quot;20307&quot; value=&quot;333&quot;/&gt;&lt;/object&gt;&lt;object type=&quot;3&quot; unique_id=&quot;10013&quot;&gt;&lt;property id=&quot;20148&quot; value=&quot;5&quot;/&gt;&lt;property id=&quot;20300&quot; value=&quot;Slide 17&quot;/&gt;&lt;property id=&quot;20307&quot; value=&quot;334&quot;/&gt;&lt;/object&gt;&lt;object type=&quot;3&quot; unique_id=&quot;10014&quot;&gt;&lt;property id=&quot;20148&quot; value=&quot;5&quot;/&gt;&lt;property id=&quot;20300&quot; value=&quot;Slide 18&quot;/&gt;&lt;property id=&quot;20307&quot; value=&quot;335&quot;/&gt;&lt;/object&gt;&lt;object type=&quot;3&quot; unique_id=&quot;10015&quot;&gt;&lt;property id=&quot;20148&quot; value=&quot;5&quot;/&gt;&lt;property id=&quot;20300&quot; value=&quot;Slide 19&quot;/&gt;&lt;property id=&quot;20307&quot; value=&quot;325&quot;/&gt;&lt;/object&gt;&lt;object type=&quot;3&quot; unique_id=&quot;10184&quot;&gt;&lt;property id=&quot;20148&quot; value=&quot;5&quot;/&gt;&lt;property id=&quot;20300&quot; value=&quot;Slide 4&quot;/&gt;&lt;property id=&quot;20307&quot; value=&quot;336&quot;/&gt;&lt;/object&gt;&lt;object type=&quot;3&quot; unique_id=&quot;10620&quot;&gt;&lt;property id=&quot;20148&quot; value=&quot;5&quot;/&gt;&lt;property id=&quot;20300&quot; value=&quot;Slide 9&quot;/&gt;&lt;property id=&quot;20307&quot; value=&quot;337&quot;/&gt;&lt;/object&gt;&lt;object type=&quot;3&quot; unique_id=&quot;10808&quot;&gt;&lt;property id=&quot;20148&quot; value=&quot;5&quot;/&gt;&lt;property id=&quot;20300&quot; value=&quot;Slide 6&quot;/&gt;&lt;property id=&quot;20307&quot; value=&quot;338&quot;/&gt;&lt;/object&gt;&lt;object type=&quot;3&quot; unique_id=&quot;10860&quot;&gt;&lt;property id=&quot;20148&quot; value=&quot;5&quot;/&gt;&lt;property id=&quot;20300&quot; value=&quot;Slide 8&quot;/&gt;&lt;property id=&quot;20307&quot; value=&quot;339&quot;/&gt;&lt;/object&gt;&lt;object type=&quot;3&quot; unique_id=&quot;10933&quot;&gt;&lt;property id=&quot;20148&quot; value=&quot;5&quot;/&gt;&lt;property id=&quot;20300&quot; value=&quot;Slide 11&quot;/&gt;&lt;property id=&quot;20307&quot; value=&quot;340&quot;/&gt;&lt;/object&gt;&lt;object type=&quot;3&quot; unique_id=&quot;10934&quot;&gt;&lt;property id=&quot;20148&quot; value=&quot;5&quot;/&gt;&lt;property id=&quot;20300&quot; value=&quot;Slide 14&quot;/&gt;&lt;property id=&quot;20307&quot; value=&quot;341&quot;/&gt;&lt;/object&gt;&lt;object type=&quot;3&quot; unique_id=&quot;10995&quot;&gt;&lt;property id=&quot;20148&quot; value=&quot;5&quot;/&gt;&lt;property id=&quot;20300&quot; value=&quot;Slide 16&quot;/&gt;&lt;property id=&quot;20307&quot; value=&quot;342&quot;/&gt;&lt;/object&gt;&lt;object type=&quot;3&quot; unique_id=&quot;11290&quot;&gt;&lt;property id=&quot;20148&quot; value=&quot;5&quot;/&gt;&lt;property id=&quot;20300&quot; value=&quot;Slide 20 - &amp;quot;Electrical &amp;amp; Electronics Engg. Deptt.  (EEE)&amp;quot;&quot;/&gt;&lt;property id=&quot;20307&quot; value=&quot;343&quot;/&gt;&lt;/object&gt;&lt;object type=&quot;3&quot; unique_id=&quot;11357&quot;&gt;&lt;property id=&quot;20148&quot; value=&quot;5&quot;/&gt;&lt;property id=&quot;20300&quot; value=&quot;Slide 21&quot;/&gt;&lt;property id=&quot;20307&quot; value=&quot;344&quot;/&gt;&lt;/object&gt;&lt;object type=&quot;3&quot; unique_id=&quot;11381&quot;&gt;&lt;property id=&quot;20148&quot; value=&quot;5&quot;/&gt;&lt;property id=&quot;20300&quot; value=&quot;Slide 22&quot;/&gt;&lt;property id=&quot;20307&quot; value=&quot;345&quot;/&gt;&lt;/object&gt;&lt;object type=&quot;3&quot; unique_id=&quot;11504&quot;&gt;&lt;property id=&quot;20148&quot; value=&quot;5&quot;/&gt;&lt;property id=&quot;20300&quot; value=&quot;Slide 32&quot;/&gt;&lt;property id=&quot;20307&quot; value=&quot;347&quot;/&gt;&lt;/object&gt;&lt;object type=&quot;3&quot; unique_id=&quot;11817&quot;&gt;&lt;property id=&quot;20148&quot; value=&quot;5&quot;/&gt;&lt;property id=&quot;20300&quot; value=&quot;Slide 23 - &amp;quot;Lab infrastructure and department expertise&amp;quot;&quot;/&gt;&lt;property id=&quot;20307&quot; value=&quot;348&quot;/&gt;&lt;/object&gt;&lt;object type=&quot;3&quot; unique_id=&quot;11980&quot;&gt;&lt;property id=&quot;20148&quot; value=&quot;5&quot;/&gt;&lt;property id=&quot;20300&quot; value=&quot;Slide 26 - &amp;quot;Placement and higher education opportunities&amp;#x0D;&amp;#x0A;&amp;quot;&quot;/&gt;&lt;property id=&quot;20307&quot; value=&quot;349&quot;/&gt;&lt;/object&gt;&lt;object type=&quot;3&quot; unique_id=&quot;11981&quot;&gt;&lt;property id=&quot;20148&quot; value=&quot;5&quot;/&gt;&lt;property id=&quot;20300&quot; value=&quot;Slide 30 - &amp;quot;Talk  by Senior Professor&amp;quot;&quot;/&gt;&lt;property id=&quot;20307&quot; value=&quot;350&quot;/&gt;&lt;/object&gt;&lt;object type=&quot;3&quot; unique_id=&quot;12193&quot;&gt;&lt;property id=&quot;20148&quot; value=&quot;5&quot;/&gt;&lt;property id=&quot;20300&quot; value=&quot;Slide 29 - &amp;quot;Introduction Of Faculty Members&amp;quot;&quot;/&gt;&lt;property id=&quot;20307&quot; value=&quot;353&quot;/&gt;&lt;/object&gt;&lt;object type=&quot;3&quot; unique_id=&quot;12505&quot;&gt;&lt;property id=&quot;20148&quot; value=&quot;5&quot;/&gt;&lt;property id=&quot;20300&quot; value=&quot;Slide 31 - &amp;quot;Senior Students Talk &amp;quot;&quot;/&gt;&lt;property id=&quot;20307&quot; value=&quot;355&quot;/&gt;&lt;/object&gt;&lt;object type=&quot;3&quot; unique_id=&quot;12506&quot;&gt;&lt;property id=&quot;20148&quot; value=&quot;5&quot;/&gt;&lt;property id=&quot;20300&quot; value=&quot;Slide 33 - &amp;quot;Mentor Assignment&amp;quot;&quot;/&gt;&lt;property id=&quot;20307&quot; value=&quot;354&quot;/&gt;&lt;/object&gt;&lt;object type=&quot;3&quot; unique_id=&quot;13258&quot;&gt;&lt;property id=&quot;20148&quot; value=&quot;5&quot;/&gt;&lt;property id=&quot;20300&quot; value=&quot;Slide 24&quot;/&gt;&lt;property id=&quot;20307&quot; value=&quot;360&quot;/&gt;&lt;/object&gt;&lt;object type=&quot;3&quot; unique_id=&quot;13259&quot;&gt;&lt;property id=&quot;20148&quot; value=&quot;5&quot;/&gt;&lt;property id=&quot;20300&quot; value=&quot;Slide 25&quot;/&gt;&lt;property id=&quot;20307&quot; value=&quot;361&quot;/&gt;&lt;/object&gt;&lt;object type=&quot;3&quot; unique_id=&quot;13260&quot;&gt;&lt;property id=&quot;20148&quot; value=&quot;5&quot;/&gt;&lt;property id=&quot;20300&quot; value=&quot;Slide 27&quot;/&gt;&lt;property id=&quot;20307&quot; value=&quot;358&quot;/&gt;&lt;/object&gt;&lt;object type=&quot;3&quot; unique_id=&quot;13261&quot;&gt;&lt;property id=&quot;20148&quot; value=&quot;5&quot;/&gt;&lt;property id=&quot;20300&quot; value=&quot;Slide 28&quot;/&gt;&lt;property id=&quot;20307&quot; value=&quot;359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building materials 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2BAEE99A-5B32-4622-BAAA-52B55EFB2339}" vid="{668DD880-DE7A-4FC1-BE60-C36C41A0E0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building materials 1</Template>
  <TotalTime>2969</TotalTime>
  <Words>16</Words>
  <Application>Microsoft Office PowerPoint</Application>
  <PresentationFormat>Custom</PresentationFormat>
  <Paragraphs>11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Book Antiqua</vt:lpstr>
      <vt:lpstr>Brush Script MT</vt:lpstr>
      <vt:lpstr>Calibri</vt:lpstr>
      <vt:lpstr>building materials 1</vt:lpstr>
      <vt:lpstr>Department of Electrical and Electronics Engineering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of Relationship between Roughness (IRI) and Visible Surface Distresses for PMGSY Roads</dc:title>
  <dc:creator>RAJ</dc:creator>
  <cp:lastModifiedBy>SM Zafaruddin</cp:lastModifiedBy>
  <cp:revision>186</cp:revision>
  <dcterms:created xsi:type="dcterms:W3CDTF">2013-03-28T16:15:31Z</dcterms:created>
  <dcterms:modified xsi:type="dcterms:W3CDTF">2026-03-25T06:05:00Z</dcterms:modified>
</cp:coreProperties>
</file>